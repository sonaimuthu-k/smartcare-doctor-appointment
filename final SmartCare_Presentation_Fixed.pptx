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59" r:id="rId4"/>
    <p:sldId id="257" r:id="rId5"/>
    <p:sldId id="258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69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</a:rPr>
              <a:t>MAYVEL 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Online Doctor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Appointment Booking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</a:rPr>
              <a:t>A smart, simple solution to connect patients with doctors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731520"/>
            <a:ext cx="2468880" cy="3657600"/>
          </a:xfrm>
          <a:prstGeom prst="rect">
            <a:avLst/>
          </a:prstGeom>
          <a:solidFill>
            <a:srgbClr val="03283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📱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Book Appointment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2743200"/>
            <a:ext cx="1920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Find Doctor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3246120"/>
            <a:ext cx="1920240" cy="365760"/>
          </a:xfrm>
          <a:prstGeom prst="rect">
            <a:avLst/>
          </a:prstGeom>
          <a:solidFill>
            <a:srgbClr val="03283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</a:rPr>
              <a:t>View Slots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1218"/>
          </a:solidFill>
          <a:ln w="12700">
            <a:solidFill>
              <a:srgbClr val="0112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Sonaimuthu K  |  Business Development Role  |  Mayvel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OUR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Dhaanish Ahmed Institute of Technology  |  Mayvel Technologies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9496" y="1226262"/>
            <a:ext cx="1097280" cy="10972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9496" y="1245405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3445" y="245271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Sonai Muthu K</a:t>
            </a:r>
          </a:p>
        </p:txBody>
      </p:sp>
      <p:sp>
        <p:nvSpPr>
          <p:cNvPr id="8" name="Text 6"/>
          <p:cNvSpPr/>
          <p:nvPr/>
        </p:nvSpPr>
        <p:spPr>
          <a:xfrm>
            <a:off x="91440" y="285657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Business </a:t>
            </a:r>
            <a:r>
              <a:rPr lang="en-US" sz="1000">
                <a:solidFill>
                  <a:srgbClr val="02C39A"/>
                </a:solidFill>
              </a:rPr>
              <a:t>Development Lead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8588" y="1201172"/>
            <a:ext cx="1097280" cy="10972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18588" y="122626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995213" y="255214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Karthika  </a:t>
            </a:r>
          </a:p>
          <a:p>
            <a:pPr algn="ctr"/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 Nisha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42802" y="2863541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UI/UX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Frontend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8423" y="1226356"/>
            <a:ext cx="1097280" cy="10972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271239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967864" y="254638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Syed Ahamed Jaafri A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Jaafri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0275" y="285973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Research Development Lead and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Documentation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6772" y="1226262"/>
            <a:ext cx="1097280" cy="10972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6772" y="122626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849632" y="2432453"/>
            <a:ext cx="18224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Aleef Nisha 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02043" y="280955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Backend Development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Dhaanish Ahmed Institute of Technology  |  March 2026</a:t>
            </a:r>
            <a:endParaRPr lang="en-US" sz="18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6B66B637-D4AE-F7FA-BE77-3B9A768F5B98}"/>
              </a:ext>
            </a:extLst>
          </p:cNvPr>
          <p:cNvSpPr/>
          <p:nvPr/>
        </p:nvSpPr>
        <p:spPr>
          <a:xfrm>
            <a:off x="7882871" y="1259438"/>
            <a:ext cx="1097280" cy="10972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S</a:t>
            </a:r>
            <a:endParaRPr lang="en-US" sz="36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B366117-1D9A-CF23-7C2A-C084F2ECEA2F}"/>
              </a:ext>
            </a:extLst>
          </p:cNvPr>
          <p:cNvSpPr/>
          <p:nvPr/>
        </p:nvSpPr>
        <p:spPr>
          <a:xfrm>
            <a:off x="7464329" y="286781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References and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CAFC2931-EDE0-C5E9-90A1-C5ADE42AD187}"/>
              </a:ext>
            </a:extLst>
          </p:cNvPr>
          <p:cNvSpPr/>
          <p:nvPr/>
        </p:nvSpPr>
        <p:spPr>
          <a:xfrm>
            <a:off x="7457452" y="242892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/>
              <a:t>Sandiya  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APPLICATION FLOW — MOCKUP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777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118872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1508760" cy="146304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6"/>
                </a:solidFill>
              </a:rPr>
              <a:t>Register /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Patient signs 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with phone number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777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57400" y="1737360"/>
            <a:ext cx="1508760" cy="146304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57400" y="1828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6"/>
                </a:solidFill>
              </a:rPr>
              <a:t>Search Doctor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2860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Filter by specialty,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location, rating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777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052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0" y="118872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0" y="1737360"/>
            <a:ext cx="1508760" cy="146304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0" y="1828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6"/>
                </a:solidFill>
              </a:rPr>
              <a:t>Book Slot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2860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Pick date &amp;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confirm booking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777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12280" y="118872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23560" y="1737360"/>
            <a:ext cx="1508760" cy="146304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23560" y="1828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6"/>
                </a:solidFill>
              </a:rPr>
              <a:t>Get Reminder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2860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SMS +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notification sent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777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2668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06640" y="1737360"/>
            <a:ext cx="1508760" cy="146304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0" y="18288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6"/>
                </a:solidFill>
              </a:rPr>
              <a:t>Visit / Consult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2860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Attend clinic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join video call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8595360" cy="1188720"/>
          </a:xfrm>
          <a:prstGeom prst="rect">
            <a:avLst/>
          </a:prstGeom>
          <a:solidFill>
            <a:srgbClr val="021B26"/>
          </a:solidFill>
          <a:ln w="12700">
            <a:solidFill>
              <a:srgbClr val="021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💼  BD Opportunity: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34747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Target Clients — Private clinics, hospitals, diagnostic centres, and telemedicine startups who need digital booking systems.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Sonaimuthu K  |  Online Doctor Appointment Booking Platform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b="1" dirty="0">
                <a:solidFill>
                  <a:srgbClr val="FFFFFF"/>
                </a:solidFill>
              </a:rPr>
              <a:t>Browse By </a:t>
            </a:r>
            <a:r>
              <a:rPr lang="en-US" b="1" dirty="0" err="1">
                <a:solidFill>
                  <a:srgbClr val="FFFFFF"/>
                </a:solidFill>
              </a:rPr>
              <a:t>Specialities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07709"/>
            <a:ext cx="4206240" cy="358995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79" y="1005839"/>
            <a:ext cx="3977641" cy="2934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0130"/>
            <a:ext cx="4206240" cy="3674699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319701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1B26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</a:rPr>
              <a:t>From </a:t>
            </a:r>
            <a:r>
              <a:rPr lang="en-US" sz="2800" b="1" dirty="0" err="1">
                <a:solidFill>
                  <a:srgbClr val="021B26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</a:rPr>
              <a:t>Hundreds</a:t>
            </a:r>
            <a:r>
              <a:rPr lang="en-US" sz="2800" b="1" dirty="0">
                <a:solidFill>
                  <a:srgbClr val="021B26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</a:rPr>
              <a:t> of Specialists / Doctors</a:t>
            </a:r>
            <a:endParaRPr lang="en-US" sz="2800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73040" y="2963251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64748B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</a:rPr>
              <a:t>Sort By Categories</a:t>
            </a:r>
          </a:p>
          <a:p>
            <a:pPr marL="0" indent="0">
              <a:buNone/>
            </a:pPr>
            <a:endParaRPr lang="en-US" b="1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in Years </a:t>
            </a:r>
          </a:p>
          <a:p>
            <a:endParaRPr lang="en-US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Gender </a:t>
            </a:r>
          </a:p>
          <a:p>
            <a:endParaRPr lang="en-US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Fees and more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337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Sonaimuthu K  |  Online Doctor Appointment Booking Platform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8A39CA3-398D-4FE2-8759-607C14CC7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2" y="916126"/>
            <a:ext cx="4194808" cy="2253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982C5E5-3800-CFCC-7574-CC45934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2" y="3193643"/>
            <a:ext cx="4160520" cy="1579525"/>
          </a:xfrm>
          <a:prstGeom prst="rect">
            <a:avLst/>
          </a:prstGeom>
        </p:spPr>
      </p:pic>
      <p:sp>
        <p:nvSpPr>
          <p:cNvPr id="30" name="AutoShape 6" descr="Call To Book">
            <a:extLst>
              <a:ext uri="{FF2B5EF4-FFF2-40B4-BE49-F238E27FC236}">
                <a16:creationId xmlns:a16="http://schemas.microsoft.com/office/drawing/2014/main" id="{094DB85F-5B5A-84E4-F3F3-C6F41E4486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AutoShape 10" descr="Call To Book">
            <a:extLst>
              <a:ext uri="{FF2B5EF4-FFF2-40B4-BE49-F238E27FC236}">
                <a16:creationId xmlns:a16="http://schemas.microsoft.com/office/drawing/2014/main" id="{F1D8CF6B-ACB8-620A-F6B0-335B61555D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AutoShape 12" descr="Call To Book">
            <a:extLst>
              <a:ext uri="{FF2B5EF4-FFF2-40B4-BE49-F238E27FC236}">
                <a16:creationId xmlns:a16="http://schemas.microsoft.com/office/drawing/2014/main" id="{96E8B5B7-8ECC-9DDA-28EF-E985175354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AB0453-7001-9691-DB37-519932304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950415"/>
            <a:ext cx="731520" cy="494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B26"/>
          </a:solidFill>
          <a:ln w="12700">
            <a:solidFill>
              <a:srgbClr val="021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OUR SOLUTION — KEY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73736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6"/>
                </a:solidFill>
              </a:rPr>
              <a:t>Doctor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Search by specialization, location, language, and availability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777240"/>
            <a:ext cx="2743200" cy="173736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6"/>
                </a:solidFill>
              </a:rPr>
              <a:t>Slot Booking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View real-time available slots and book instantly in 3 clicks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777240"/>
            <a:ext cx="2743200" cy="173736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4088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6"/>
                </a:solidFill>
              </a:rPr>
              <a:t>Smart Reminders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Automated SMS and app reminders 24 hours before appointment  using E MAIL  template generator and  AI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173736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6"/>
                </a:solidFill>
              </a:rPr>
              <a:t>Medical History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Patients carry digital health records across all consultations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743200" cy="173736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11480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6"/>
                </a:solidFill>
              </a:rPr>
              <a:t>Online Consultation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Video/chat option for follow-ups without visiting clinic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743200"/>
            <a:ext cx="2743200" cy="1737360"/>
          </a:xfrm>
          <a:prstGeom prst="rect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408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6"/>
                </a:solidFill>
              </a:rPr>
              <a:t>Sort by Categories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EXPERIENCE  ,  GENDER  , FEES , LANGUAGE 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Sonaimuthu K  |  Online Doctor Appointment Booking Platform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B26"/>
          </a:solidFill>
          <a:ln w="12700">
            <a:solidFill>
              <a:srgbClr val="021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MODEL &amp; TARGET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Revenue Streams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💰 SaaS Subscription — Clinics pay monthly fee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📊 Commission — Per appointment booking fee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🏥 Premium Listing — Featured doctor profiles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💊 Pharmacy Tie-ups — Medicine delivery after consult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Target Clients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🏥 Private Hospitals &amp; Clinics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👨‍⚕️ Independent Doctors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🔬 Diagnostic Centres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023360" cy="548640"/>
          </a:xfrm>
          <a:prstGeom prst="rect">
            <a:avLst/>
          </a:prstGeom>
          <a:solidFill>
            <a:srgbClr val="E8F7F9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B26"/>
                </a:solidFill>
              </a:rPr>
              <a:t>📱 Telemedicine Startups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Sonaimuthu K  |  Online Doctor Appointment Booking Platform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WHY THIS PLATFORM WILL SUCCEED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6858000" cy="502920"/>
          </a:xfrm>
          <a:prstGeom prst="rect">
            <a:avLst/>
          </a:prstGeom>
          <a:solidFill>
            <a:srgbClr val="03283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07899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India's digital health market growing at 27% annually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1737360"/>
            <a:ext cx="6858000" cy="502920"/>
          </a:xfrm>
          <a:prstGeom prst="rect">
            <a:avLst/>
          </a:prstGeom>
          <a:solidFill>
            <a:srgbClr val="03283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76479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500M+ smartphone users — huge addressable market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05840" y="2423160"/>
            <a:ext cx="6858000" cy="502920"/>
          </a:xfrm>
          <a:prstGeom prst="rect">
            <a:avLst/>
          </a:prstGeom>
          <a:solidFill>
            <a:srgbClr val="03283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Simple 3-click booking — works even in rural areas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05840" y="3108960"/>
            <a:ext cx="6858000" cy="502920"/>
          </a:xfrm>
          <a:prstGeom prst="rect">
            <a:avLst/>
          </a:prstGeom>
          <a:solidFill>
            <a:srgbClr val="03283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13639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B2B model — sell to clinics, not just patients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dirty="0"/>
              <a:t>With Regards – SmartCare Development Team | Mayvel Technologies Applied Research Challenge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429</Words>
  <Application>Microsoft Office PowerPoint</Application>
  <PresentationFormat>On-screen Show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Doctor Appointment Booking Platform</dc:title>
  <dc:subject>PptxGenJS Presentation</dc:subject>
  <dc:creator>PptxGenJS</dc:creator>
  <cp:lastModifiedBy>Syed jaafri</cp:lastModifiedBy>
  <cp:revision>3</cp:revision>
  <dcterms:created xsi:type="dcterms:W3CDTF">2026-03-04T09:49:12Z</dcterms:created>
  <dcterms:modified xsi:type="dcterms:W3CDTF">2026-03-05T00:42:30Z</dcterms:modified>
</cp:coreProperties>
</file>